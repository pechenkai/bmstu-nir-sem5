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208FE29-18D6-4F55-A0B0-93753148CF9B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6D954F-8FFE-46CF-8F8B-EC105D2A1DB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A44053-F895-494F-BB53-24ECF584324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8AB6012-0B68-4702-84D2-FC32481D653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FD9ECBC-814D-4E22-9289-5AA961F3951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55B12F-57B9-43C5-9991-46FF1C547AF2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590F01-B90E-40A3-8092-EC4E7941408E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5A27AB-3144-4E06-B086-80BD15B7532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B8409D3-5D23-4C8A-8915-0C613442498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9FD082-A571-4D08-AA5E-BB370717BBAE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B28DCFB-1A3A-4E9A-8900-F349E69D3B6C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6B48E0D-3441-4AB5-A9CD-975DA1577DC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CBBCD81-657C-4890-A2BC-BA2996A2E3C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2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trike="noStrike" u="none">
                <a:solidFill>
                  <a:srgbClr val="000000"/>
                </a:solidFill>
                <a:uFillTx/>
                <a:latin typeface="Arial"/>
              </a:rPr>
              <a:t>Click </a:t>
            </a:r>
            <a:r>
              <a:rPr b="0" lang="en-US" sz="5200" strike="noStrike" u="none">
                <a:solidFill>
                  <a:srgbClr val="000000"/>
                </a:solidFill>
                <a:uFillTx/>
                <a:latin typeface="Arial"/>
              </a:rPr>
              <a:t>to </a:t>
            </a:r>
            <a:r>
              <a:rPr b="0" lang="en-US" sz="5200" strike="noStrike" u="none">
                <a:solidFill>
                  <a:srgbClr val="000000"/>
                </a:solidFill>
                <a:uFillTx/>
                <a:latin typeface="Arial"/>
              </a:rPr>
              <a:t>edit </a:t>
            </a:r>
            <a:r>
              <a:rPr b="0" lang="en-US" sz="5200" strike="noStrike" u="none">
                <a:solidFill>
                  <a:srgbClr val="000000"/>
                </a:solidFill>
                <a:uFillTx/>
                <a:latin typeface="Arial"/>
              </a:rPr>
              <a:t>the </a:t>
            </a:r>
            <a:r>
              <a:rPr b="0" lang="en-US" sz="5200" strike="noStrike" u="none">
                <a:solidFill>
                  <a:srgbClr val="000000"/>
                </a:solidFill>
                <a:uFillTx/>
                <a:latin typeface="Arial"/>
              </a:rPr>
              <a:t>title </a:t>
            </a:r>
            <a:r>
              <a:rPr b="0" lang="en-US" sz="5200" strike="noStrike" u="none">
                <a:solidFill>
                  <a:srgbClr val="000000"/>
                </a:solidFill>
                <a:uFillTx/>
                <a:latin typeface="Arial"/>
              </a:rPr>
              <a:t>text </a:t>
            </a:r>
            <a:r>
              <a:rPr b="0" lang="en-US" sz="5200" strike="noStrike" u="none">
                <a:solidFill>
                  <a:srgbClr val="000000"/>
                </a:solidFill>
                <a:uFillTx/>
                <a:latin typeface="Arial"/>
              </a:rPr>
              <a:t>form</a:t>
            </a:r>
            <a:r>
              <a:rPr b="0" lang="en-US" sz="5200" strike="noStrike" u="none">
                <a:solidFill>
                  <a:srgbClr val="000000"/>
                </a:solidFill>
                <a:uFillTx/>
                <a:latin typeface="Arial"/>
              </a:rPr>
              <a:t>at</a:t>
            </a:r>
            <a:endParaRPr b="0" lang="en-US" sz="5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E01BCB-FB7C-4318-B3D7-08719B3A9625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xx%</a:t>
            </a:r>
            <a:endParaRPr b="0" lang="en-US" sz="1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6254AB-D745-4287-B24F-55FCB7699416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AA337E-9D11-4615-8A8B-A89AA91411FF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4D44A7-1991-468E-B99E-DAC7C724E94C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2EB7C6-F189-42C9-A860-787B22F16288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  <p:sldLayoutId id="2147483658" r:id="rId3"/>
    <p:sldLayoutId id="2147483659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0F2D03-C49E-4AFB-B52F-0E87AFF6E727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83E5C1-259A-4179-8B96-87673D24F9F4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3A9853-3F47-47D1-8F1F-F2B1D99F1C12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BAEE53-9BAF-450C-96C0-4817DF92C8E5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1E247C-8559-40ED-821F-708080132D7B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845096-2A48-4891-B565-D6D97D5F134F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12200" y="2722680"/>
            <a:ext cx="8520120" cy="87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НАУЧНО-ИССЛЕДОВАТЕЛЬСКАЯ РАБОТА НА ТЕМУ:</a:t>
            </a:r>
            <a:br>
              <a:rPr sz="2000"/>
            </a:br>
            <a:r>
              <a:rPr b="0" lang="ru" sz="2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«Рекомендательные системы»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5829480" y="4350960"/>
            <a:ext cx="33145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Студент: Пантелеев В.М.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Руководитель: Кострицкий А.С.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Google Shape;56;p13"/>
          <p:cNvSpPr/>
          <p:nvPr/>
        </p:nvSpPr>
        <p:spPr>
          <a:xfrm>
            <a:off x="3103200" y="525600"/>
            <a:ext cx="41623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«Московский государственный технический университет имени Н.Э. Баумана (национальный исследовательский университет)» (МГТУ им. Н.Э. Баумана)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2" name="Google Shape;57;p13" descr=""/>
          <p:cNvPicPr/>
          <p:nvPr/>
        </p:nvPicPr>
        <p:blipFill>
          <a:blip r:embed="rId1"/>
          <a:stretch/>
        </p:blipFill>
        <p:spPr>
          <a:xfrm>
            <a:off x="786600" y="525600"/>
            <a:ext cx="1021680" cy="115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Цель и задачи работы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Цель работы - </a:t>
            </a:r>
            <a:r>
              <a:rPr b="0" lang="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проведение анализа методов построения рекомендательных систем.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достижения поставленной цели следует решить следующие задачи: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провести анализ предметной области рекомендательных систем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формализовать задачу составления рекомендаций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провести обзор существующих методов или групп методов решения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сформулировать критерии сравнения алгоритмов рекомендательных систем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сравнить перечисленные методы по сформулированным критериям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5F92B9-3E40-4B78-BCEC-B4BCFF0349FE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Сравнение методов решения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4F18A7-A44F-44D3-A34E-210B9A0E5DA6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0" y="1371600"/>
            <a:ext cx="9144000" cy="340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LibreOffice/24.8.3.2$Linux_X86_64 LibreOffice_project/e14c9fdd1f585efcbb2c5363087a99d20928d522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2024-12-20T01:58:05Z</dcterms:modified>
  <cp:revision>1</cp:revision>
  <dc:subject/>
  <dc:title/>
</cp:coreProperties>
</file>